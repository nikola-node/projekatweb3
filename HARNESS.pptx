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joq2WCa8I2drbZ7bTRNk9qAO5o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" name="Google Shape;4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" name="Google Shape;4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">
  <p:cSld name="LIGHT">
    <p:bg>
      <p:bgPr>
        <a:solidFill>
          <a:srgbClr val="FFFFF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/>
          <p:cNvSpPr/>
          <p:nvPr/>
        </p:nvSpPr>
        <p:spPr>
          <a:xfrm>
            <a:off x="640080" y="18288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SMART CONTRACT SECURITY ZA DeFi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94360" y="2194560"/>
            <a:ext cx="9144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800"/>
              <a:buFont typeface="Cambria"/>
              <a:buNone/>
            </a:pPr>
            <a:r>
              <a:rPr b="1" i="0" lang="en-US" sz="78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HARNESS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1"/>
          <p:cNvCxnSpPr/>
          <p:nvPr/>
        </p:nvCxnSpPr>
        <p:spPr>
          <a:xfrm>
            <a:off x="594355" y="3429000"/>
            <a:ext cx="3840600" cy="0"/>
          </a:xfrm>
          <a:prstGeom prst="straightConnector1">
            <a:avLst/>
          </a:prstGeom>
          <a:noFill/>
          <a:ln cap="flat" cmpd="sng" w="1270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"/>
          <p:cNvSpPr/>
          <p:nvPr/>
        </p:nvSpPr>
        <p:spPr>
          <a:xfrm>
            <a:off x="594355" y="35513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Generiši. Napadni. Dokaži.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640080" y="914400"/>
            <a:ext cx="10058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Milijarde dolara izgubljene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u DeFi hakovima.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640080" y="3246120"/>
            <a:ext cx="566928" cy="566928"/>
          </a:xfrm>
          <a:prstGeom prst="rect">
            <a:avLst/>
          </a:prstGeom>
          <a:solidFill>
            <a:srgbClr val="F5F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harness_deck/i2_code_black.png" id="28" name="Google Shape;2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143" y="338218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"/>
          <p:cNvSpPr/>
          <p:nvPr/>
        </p:nvSpPr>
        <p:spPr>
          <a:xfrm>
            <a:off x="640080" y="39776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Pogrešan require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206240" y="3246120"/>
            <a:ext cx="566928" cy="566928"/>
          </a:xfrm>
          <a:prstGeom prst="rect">
            <a:avLst/>
          </a:prstGeom>
          <a:solidFill>
            <a:srgbClr val="F5F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harness_deck/i2_link_black.png" id="31" name="Google Shape;3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2303" y="338218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4206240" y="39776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Nezaštićen callback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7772400" y="3246120"/>
            <a:ext cx="566928" cy="566928"/>
          </a:xfrm>
          <a:prstGeom prst="rect">
            <a:avLst/>
          </a:prstGeom>
          <a:solidFill>
            <a:srgbClr val="F5F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harness_deck/i2_alert_black.png" id="34" name="Google Shape;3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08463" y="338218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"/>
          <p:cNvSpPr/>
          <p:nvPr/>
        </p:nvSpPr>
        <p:spPr>
          <a:xfrm>
            <a:off x="7772400" y="39776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Pogrešna pretpostavka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2"/>
          <p:cNvCxnSpPr/>
          <p:nvPr/>
        </p:nvCxnSpPr>
        <p:spPr>
          <a:xfrm>
            <a:off x="640080" y="4846320"/>
            <a:ext cx="10881360" cy="0"/>
          </a:xfrm>
          <a:prstGeom prst="straightConnector1">
            <a:avLst/>
          </a:prstGeom>
          <a:noFill/>
          <a:ln cap="flat" cmpd="sng" w="1270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"/>
          <p:cNvSpPr/>
          <p:nvPr/>
        </p:nvSpPr>
        <p:spPr>
          <a:xfrm>
            <a:off x="594360" y="1689540"/>
            <a:ext cx="73152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0"/>
              <a:buFont typeface="Cambria"/>
              <a:buNone/>
            </a:pPr>
            <a:r>
              <a:rPr b="1" i="0" lang="en-US" sz="100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~1474</a:t>
            </a:r>
            <a:endParaRPr b="0" i="0" sz="1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594350" y="3977675"/>
            <a:ext cx="11166900" cy="9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Calibri"/>
              <a:buNone/>
            </a:pPr>
            <a:r>
              <a:rPr b="1" i="0" lang="en-US" sz="4000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ANALIZIRANIH DeFi NAPADA</a:t>
            </a:r>
            <a:endParaRPr b="0" i="0" sz="4000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" name="Google Shape;44;p3"/>
          <p:cNvCxnSpPr/>
          <p:nvPr/>
        </p:nvCxnSpPr>
        <p:spPr>
          <a:xfrm>
            <a:off x="594355" y="5020150"/>
            <a:ext cx="10881300" cy="0"/>
          </a:xfrm>
          <a:prstGeom prst="straightConnector1">
            <a:avLst/>
          </a:prstGeom>
          <a:noFill/>
          <a:ln cap="flat" cmpd="sng" w="1270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>
            <a:off x="640080" y="2514600"/>
            <a:ext cx="10332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Zašto developeru ne bismo dali alat koji automatski testira napade na njegovom contractu?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51;p4"/>
          <p:cNvCxnSpPr/>
          <p:nvPr/>
        </p:nvCxnSpPr>
        <p:spPr>
          <a:xfrm>
            <a:off x="640080" y="4160520"/>
            <a:ext cx="2377440" cy="0"/>
          </a:xfrm>
          <a:prstGeom prst="straightConnector1">
            <a:avLst/>
          </a:prstGeom>
          <a:noFill/>
          <a:ln cap="flat" cmpd="sng" w="25400">
            <a:solidFill>
              <a:srgbClr val="B3541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4"/>
          <p:cNvSpPr/>
          <p:nvPr/>
        </p:nvSpPr>
        <p:spPr>
          <a:xfrm>
            <a:off x="640080" y="43434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Tu dolazi HARNESS.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640080" y="9144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HARNESS je OpenZeppelin Wizard za DeFi.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40080" y="1965960"/>
            <a:ext cx="5120640" cy="1920240"/>
          </a:xfrm>
          <a:prstGeom prst="rect">
            <a:avLst/>
          </a:prstGeom>
          <a:solidFill>
            <a:srgbClr val="F5F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960120" y="2240280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OpenZeppelin Wizard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960120" y="2788920"/>
            <a:ext cx="4480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Izaberete opcije → dobijete siguran ERC-20, NFT ili governance contract.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6126480" y="1965960"/>
            <a:ext cx="5120640" cy="1920240"/>
          </a:xfrm>
          <a:prstGeom prst="rect">
            <a:avLst/>
          </a:prstGeom>
          <a:solidFill>
            <a:srgbClr val="F5F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446520" y="2240280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Za DeFi integracije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6446520" y="2788920"/>
            <a:ext cx="4480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Taj alat do sada nije postojao. Developer je počinjao od tutorijala.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/>
          <p:nvPr/>
        </p:nvSpPr>
        <p:spPr>
          <a:xfrm>
            <a:off x="640080" y="91440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Ne samo: „Evo ti contract. Nadamo se da je bezbedan.“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640080" y="2331720"/>
            <a:ext cx="640080" cy="640080"/>
          </a:xfrm>
          <a:prstGeom prst="rect">
            <a:avLst/>
          </a:prstGeom>
          <a:solidFill>
            <a:srgbClr val="F5F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harness_deck/i2_code_black.png" id="72" name="Google Shape;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699" y="248533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6"/>
          <p:cNvSpPr/>
          <p:nvPr/>
        </p:nvSpPr>
        <p:spPr>
          <a:xfrm>
            <a:off x="640080" y="315468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Generiši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640080" y="365760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Hardened Solidity contract, ne tutorial pattern.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6"/>
          <p:cNvCxnSpPr/>
          <p:nvPr/>
        </p:nvCxnSpPr>
        <p:spPr>
          <a:xfrm>
            <a:off x="4151376" y="2651760"/>
            <a:ext cx="109728" cy="0"/>
          </a:xfrm>
          <a:prstGeom prst="straightConnector1">
            <a:avLst/>
          </a:prstGeom>
          <a:noFill/>
          <a:ln cap="flat" cmpd="sng" w="1905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6"/>
          <p:cNvSpPr/>
          <p:nvPr/>
        </p:nvSpPr>
        <p:spPr>
          <a:xfrm>
            <a:off x="4325112" y="2331720"/>
            <a:ext cx="640080" cy="640080"/>
          </a:xfrm>
          <a:prstGeom prst="rect">
            <a:avLst/>
          </a:prstGeom>
          <a:solidFill>
            <a:srgbClr val="F5F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harness_deck/i2_target_black.png" id="77" name="Google Shape;7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8731" y="248533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/>
          <p:cNvSpPr/>
          <p:nvPr/>
        </p:nvSpPr>
        <p:spPr>
          <a:xfrm>
            <a:off x="4325112" y="315468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Napadni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325112" y="365760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Flash-loan callback, manipulacija parametrima, neovlašćen pristup.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6"/>
          <p:cNvCxnSpPr/>
          <p:nvPr/>
        </p:nvCxnSpPr>
        <p:spPr>
          <a:xfrm>
            <a:off x="7836408" y="2651760"/>
            <a:ext cx="109728" cy="0"/>
          </a:xfrm>
          <a:prstGeom prst="straightConnector1">
            <a:avLst/>
          </a:prstGeom>
          <a:noFill/>
          <a:ln cap="flat" cmpd="sng" w="1905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6"/>
          <p:cNvSpPr/>
          <p:nvPr/>
        </p:nvSpPr>
        <p:spPr>
          <a:xfrm>
            <a:off x="8010144" y="2331720"/>
            <a:ext cx="640080" cy="640080"/>
          </a:xfrm>
          <a:prstGeom prst="rect">
            <a:avLst/>
          </a:prstGeom>
          <a:solidFill>
            <a:srgbClr val="F5F4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harness_deck/i2_check_black.png" id="82" name="Google Shape;8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63763" y="248533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6"/>
          <p:cNvSpPr/>
          <p:nvPr/>
        </p:nvSpPr>
        <p:spPr>
          <a:xfrm>
            <a:off x="8010144" y="315468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Dokaži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8010144" y="365760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Testovi zasnovani na stvarnim exploit obrascima.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/>
          <p:nvPr/>
        </p:nvSpPr>
        <p:spPr>
          <a:xfrm>
            <a:off x="594360" y="2697480"/>
            <a:ext cx="10332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111111"/>
                </a:solidFill>
                <a:latin typeface="Cambria"/>
                <a:ea typeface="Cambria"/>
                <a:cs typeface="Cambria"/>
                <a:sym typeface="Cambria"/>
              </a:rPr>
              <a:t>Nijedan contract nije 100% siguran. Ali može da počne bezbednije.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8"/>
          <p:cNvCxnSpPr/>
          <p:nvPr/>
        </p:nvCxnSpPr>
        <p:spPr>
          <a:xfrm>
            <a:off x="640080" y="4251960"/>
            <a:ext cx="3840480" cy="0"/>
          </a:xfrm>
          <a:prstGeom prst="straightConnector1">
            <a:avLst/>
          </a:prstGeom>
          <a:noFill/>
          <a:ln cap="flat" cmpd="sng" w="12700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8"/>
          <p:cNvSpPr/>
          <p:nvPr/>
        </p:nvSpPr>
        <p:spPr>
          <a:xfrm>
            <a:off x="640080" y="448056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Generiši. Napadni. Dokaži.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2026-08-08T21:19:12Z</dcterms:created>
  <dc:creator>PptxGenJS</dc:creator>
</cp:coreProperties>
</file>